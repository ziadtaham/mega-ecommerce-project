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530" r:id="rId5"/>
    <p:sldId id="531" r:id="rId6"/>
    <p:sldId id="533" r:id="rId7"/>
    <p:sldId id="534" r:id="rId8"/>
    <p:sldId id="535" r:id="rId9"/>
    <p:sldId id="536" r:id="rId10"/>
    <p:sldId id="546" r:id="rId11"/>
    <p:sldId id="547" r:id="rId12"/>
    <p:sldId id="545" r:id="rId13"/>
    <p:sldId id="538" r:id="rId14"/>
    <p:sldId id="54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422"/>
  </p:normalViewPr>
  <p:slideViewPr>
    <p:cSldViewPr snapToGrid="0">
      <p:cViewPr varScale="1">
        <p:scale>
          <a:sx n="78" d="100"/>
          <a:sy n="78" d="100"/>
        </p:scale>
        <p:origin x="8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Mega E-commerce Project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0" y="546100"/>
            <a:ext cx="9575800" cy="1003300"/>
          </a:xfrm>
        </p:spPr>
        <p:txBody>
          <a:bodyPr>
            <a:normAutofit/>
          </a:bodyPr>
          <a:lstStyle/>
          <a:p>
            <a:r>
              <a:rPr lang="en-US" dirty="0"/>
              <a:t>Who we are??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434" y="2164721"/>
            <a:ext cx="6103861" cy="3959353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Nouran Mohammed Ebrahim Apo-</a:t>
            </a:r>
            <a:r>
              <a:rPr lang="en-US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Elkhier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Ghada Magdi Ahmed El-</a:t>
            </a:r>
            <a:r>
              <a:rPr lang="en-US" b="1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khalifa</a:t>
            </a:r>
            <a:endParaRPr lang="en-US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Habiba Taha Abdelrazik Mohamed</a:t>
            </a:r>
            <a:endParaRPr lang="en-US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Mennat</a:t>
            </a:r>
            <a:r>
              <a:rPr lang="en-US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-Allah Hisham Aly Ahmed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Yous</a:t>
            </a:r>
            <a:r>
              <a:rPr lang="en-US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sef Osama Farouk Kamel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Ziad taha 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Thinking in our life??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3895D-63CF-16A9-E5B7-0D1232E3F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00" y="3429000"/>
            <a:ext cx="3581400" cy="238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093" y="473837"/>
            <a:ext cx="9880600" cy="1017524"/>
          </a:xfrm>
        </p:spPr>
        <p:txBody>
          <a:bodyPr/>
          <a:lstStyle/>
          <a:p>
            <a:r>
              <a:rPr lang="en-US" dirty="0"/>
              <a:t>Then we get the idea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39203C-6425-428E-98E8-7F3FC3A0DF88}"/>
              </a:ext>
            </a:extLst>
          </p:cNvPr>
          <p:cNvSpPr txBox="1">
            <a:spLocks/>
          </p:cNvSpPr>
          <p:nvPr/>
        </p:nvSpPr>
        <p:spPr>
          <a:xfrm>
            <a:off x="919093" y="1918462"/>
            <a:ext cx="5448300" cy="3859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The idea came from the need to simplify the online shopping experience.</a:t>
            </a:r>
          </a:p>
          <a:p>
            <a:pPr marL="342900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Users want to find all products in one place easily and quickly.</a:t>
            </a:r>
          </a:p>
          <a:p>
            <a:pPr marL="342900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Combining a smooth user experience with a full-featured platform.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C9614C-ED2A-DE6B-FD6F-915998EF3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2322299"/>
            <a:ext cx="4851399" cy="328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FE8-2F9C-9C12-4EB3-9742EA91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The problem that face us?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563B97-E544-8DF3-5BCF-DA19CC719066}"/>
              </a:ext>
            </a:extLst>
          </p:cNvPr>
          <p:cNvSpPr txBox="1">
            <a:spLocks/>
          </p:cNvSpPr>
          <p:nvPr/>
        </p:nvSpPr>
        <p:spPr>
          <a:xfrm>
            <a:off x="6201971" y="2153653"/>
            <a:ext cx="5733355" cy="44998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Online shopping websites are scattered, making it hard to find multiple products.</a:t>
            </a:r>
          </a:p>
          <a:p>
            <a:pPr marL="342900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Tracking orders after purchase is often difficult.</a:t>
            </a:r>
          </a:p>
          <a:p>
            <a:pPr marL="342900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Some websites are not user-friendly on mobile or desktop.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DDF125-BAF9-47AA-5BED-9FCE9971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261456"/>
            <a:ext cx="5066993" cy="337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656" y="722376"/>
            <a:ext cx="7275175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The solution of the problem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DEDE2F-8C7A-11E8-7792-B79EB6CD3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961" y="1742303"/>
            <a:ext cx="3048264" cy="6401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2C244A-05A9-02A4-164C-EC83D6A4C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164" y="4643677"/>
            <a:ext cx="3853813" cy="20222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E993E39-AD02-8167-F818-A983A64C5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221" y="2582441"/>
            <a:ext cx="3661744" cy="17910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7B09E35-DEB1-16AD-F250-BB299574E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528" y="4483273"/>
            <a:ext cx="3344779" cy="192831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F713FEA-8CE6-C6FF-A64D-22188D9E8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7652" y="2205322"/>
            <a:ext cx="4202198" cy="212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8BDC93E-BAAD-3FF7-B196-715ADAD9A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100821"/>
            <a:ext cx="11356975" cy="4656359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D1F73-4B73-AC69-E6CF-DEA2ACBA4AF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6344" y="6190488"/>
            <a:ext cx="2331720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Crypto: investing &amp; trading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846DB307-7C88-599A-CEA6-4BD721087A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62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2CBB44A0-68FE-DBBA-E83B-45BC3ED3C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510BB5C-DA9A-6171-87F7-B2A5B9132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055656"/>
            <a:ext cx="6172200" cy="4737162"/>
          </a:xfrm>
          <a:noFill/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B62825B-BACB-C80C-942D-C2F992F25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r>
              <a:rPr lang="en-GB"/>
              <a:t>Here you can see the logic behind our interactive cart. We ensure that when a user adjusts quantities or removes an item, the cart updates instantly while safely handling any potential errors in the background.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8150E-DE8B-151D-C57C-CF27CEB8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4" y="6190488"/>
            <a:ext cx="2331720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Crypto: investing &amp; trading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DF82B-BBA3-6231-45B3-61C2159D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9184" y="411480"/>
            <a:ext cx="521208" cy="31089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456D2-18FA-AC91-E7F8-A91787367870}"/>
              </a:ext>
            </a:extLst>
          </p:cNvPr>
          <p:cNvSpPr txBox="1">
            <a:spLocks/>
          </p:cNvSpPr>
          <p:nvPr/>
        </p:nvSpPr>
        <p:spPr>
          <a:xfrm flipH="1">
            <a:off x="-102634" y="5216012"/>
            <a:ext cx="1611886" cy="11268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A25534-D240-8FAF-CC63-B4B8DCB7D192}"/>
              </a:ext>
            </a:extLst>
          </p:cNvPr>
          <p:cNvSpPr txBox="1">
            <a:spLocks/>
          </p:cNvSpPr>
          <p:nvPr/>
        </p:nvSpPr>
        <p:spPr>
          <a:xfrm flipH="1">
            <a:off x="-192775" y="4831619"/>
            <a:ext cx="1611886" cy="11268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F3DCBF-88CB-A947-0BAB-0084015131BB}"/>
              </a:ext>
            </a:extLst>
          </p:cNvPr>
          <p:cNvSpPr txBox="1">
            <a:spLocks/>
          </p:cNvSpPr>
          <p:nvPr/>
        </p:nvSpPr>
        <p:spPr>
          <a:xfrm flipH="1">
            <a:off x="202166" y="5520812"/>
            <a:ext cx="1611886" cy="11268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364729F-67C8-CFE9-1D3E-805414E1DAA6}"/>
              </a:ext>
            </a:extLst>
          </p:cNvPr>
          <p:cNvSpPr txBox="1">
            <a:spLocks/>
          </p:cNvSpPr>
          <p:nvPr/>
        </p:nvSpPr>
        <p:spPr>
          <a:xfrm flipH="1">
            <a:off x="354566" y="5673212"/>
            <a:ext cx="1611886" cy="11268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B205DAC-3D5E-B854-EC69-23D40C28DF84}"/>
              </a:ext>
            </a:extLst>
          </p:cNvPr>
          <p:cNvSpPr txBox="1">
            <a:spLocks/>
          </p:cNvSpPr>
          <p:nvPr/>
        </p:nvSpPr>
        <p:spPr>
          <a:xfrm flipH="1">
            <a:off x="506966" y="5825612"/>
            <a:ext cx="1611886" cy="11268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22288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EDA4-5AC6-883A-6FD0-520B3881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799378"/>
            <a:ext cx="9159882" cy="1069848"/>
          </a:xfrm>
        </p:spPr>
        <p:txBody>
          <a:bodyPr/>
          <a:lstStyle/>
          <a:p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The solution of the problem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E7966-02FB-253B-8D8D-6A167DC1FC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577F6-BA49-9257-26F5-A33F4191C1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D3569A-6F0E-F85A-7DB2-5AB6A8C15646}"/>
              </a:ext>
            </a:extLst>
          </p:cNvPr>
          <p:cNvSpPr txBox="1">
            <a:spLocks/>
          </p:cNvSpPr>
          <p:nvPr/>
        </p:nvSpPr>
        <p:spPr>
          <a:xfrm>
            <a:off x="1632204" y="2105526"/>
            <a:ext cx="10021998" cy="3920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Developed a full E-commerce platform:</a:t>
            </a:r>
          </a:p>
          <a:p>
            <a:pPr marL="800100" lvl="1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Organized and easy product display.</a:t>
            </a:r>
          </a:p>
          <a:p>
            <a:pPr marL="800100" lvl="1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Shopping cart for convenient purchasing.</a:t>
            </a:r>
          </a:p>
          <a:p>
            <a:pPr marL="800100" lvl="1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User login and order tracking.</a:t>
            </a:r>
          </a:p>
          <a:p>
            <a:pPr marL="800100" lvl="1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Secure and simple checkout page.</a:t>
            </a:r>
          </a:p>
          <a:p>
            <a:pPr marL="800100" lvl="1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Responsive design for all devices.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35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04704" y="2502568"/>
            <a:ext cx="4550664" cy="2795176"/>
          </a:xfrm>
        </p:spPr>
        <p:txBody>
          <a:bodyPr/>
          <a:lstStyle/>
          <a:p>
            <a:r>
              <a:rPr lang="en-US" dirty="0"/>
              <a:t>The Mega E-commerce Project provides a complete solution for online shopping , Can be developed further with more features in the future ,Thank you for listening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129</TotalTime>
  <Words>251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Segoe UI Light</vt:lpstr>
      <vt:lpstr>Tw Cen MT</vt:lpstr>
      <vt:lpstr>Office Theme</vt:lpstr>
      <vt:lpstr>Mega E-commerce Project</vt:lpstr>
      <vt:lpstr>Who we are??</vt:lpstr>
      <vt:lpstr>Thinking in our life??</vt:lpstr>
      <vt:lpstr>Then we get the idea</vt:lpstr>
      <vt:lpstr>The problem that face us?</vt:lpstr>
      <vt:lpstr>The solution of the problem</vt:lpstr>
      <vt:lpstr>PowerPoint Presentation</vt:lpstr>
      <vt:lpstr> </vt:lpstr>
      <vt:lpstr>The solution of the problem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mhmdnwran933@gmail.com</dc:creator>
  <cp:lastModifiedBy>Ziad Taha Mohamed Taha</cp:lastModifiedBy>
  <cp:revision>4</cp:revision>
  <dcterms:created xsi:type="dcterms:W3CDTF">2025-12-12T15:45:07Z</dcterms:created>
  <dcterms:modified xsi:type="dcterms:W3CDTF">2025-12-12T23:30:54Z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